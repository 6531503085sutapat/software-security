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teaching week. Hook: everything we've learned — SAST, SCA, secrets, image scans — only works if it runs automatically on every commit. Today we wire it into one pipeline that blocks bad code.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Roadmap, 1 min. This week ties the whole course together. Lab is the capstone of the technical units: build the gate (Blue) vs sneak past it (Red).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synthesis slide — walk back through the term: every tool we used by hand now runs automatically on every PR. Manual scanning doesn't scale and humans forget; pipelines don't.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worked example — this is the lab's actual pipeline. Be precise: Trivy's active jobs are fs (SCA) and config (IaC) — the image-scan step exists in the YAML but is commented out/optional, don't claim it's active. The "runs twice" pattern (report step + separate gate step) is what Part 2 Q1 is built around — say it explicitly. The KEY line is "fail build on HIGH/CRITICAL": a gate that only warns gets ignored.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managed equivalent they'll meet in industry. Same concept, less YAML to maintain. Mention SonarQube as the common quality-gate they'll see in internships.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Shift from prevention to detection. A09 (logging/monitoring failures) is a Top 10 risk because you can't respond to what you can't see. The CWE-532 point is graded (Part 2 Q4) and easy to skip if you only say "log security events" — a log line that captures the bad token has just created a new secrets-in-logs problem. Recall W6: we read attacker actions FROM logs — but only if they were logged.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Awareness of the defender's toolkit. NIDS watches the wire, HIDS watches the host, SIEM correlates everything. TAP vs SPAN is a practical gotcha: SPAN ports drop packets under load — you miss attacks. Keep brisk.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Ties back to W2 triage. The danger asymmetry: a false negative = an attack you never saw. But too many false positives → alert fatigue → analysts mute everything → effective false negatives. The skill is TUNING.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taste of incident response / forensics. Order of volatility: capture RAM before you pull the plug — it's gone on shutdown. 4625 (failed) / 4624 (success) are the login events they'd grep in a real investigation.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design principle that recurs: when something breaks, DENY (fail closed), don't accidentally grant access (fail open). Verbose errors leak schema/secrets (recall W4 error-based enumeration).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professional/ethical close: finding a bug is step one; managing it to a fix (with SLAs) is the job. Coordinated disclosure + security.txt = how to receive reports responsibly. Connects to the course ethics theme.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capstone game. Both roles teach: Blue learns to configure gates, Red learns where gates have blind spots — but Red's menu is fixed to 3 attacks that actually map to a gate, not open-ended. Run it as live PRs against the pipeline. Weekly quiz Q6 asks for one gate they added + what it blocks + their personal flag — don't drop the flag half, it's graded too.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separate targets this week, both graded: security-ci.yml is the CI gate; insecure_service.py/secure_service.py (compose, :8090/:8091) is where the personal flag lives. The "build failing" screenshots are the proof the gate actually blocks — a green pipeline that never fails is useless, and one category alone undersells the deliverable. AI-resilient tasks count. This is also the last weekly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+ course wrap of the technical units. Cold-call: "why must the gate FAIL the build, not just warn?" (warnings get ignored).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Wrap: "Teaching is done — next is your capstone: ship something secure, then defend it in the final CTF. Bring your project to the studio."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DevSecOps: Putting It Together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Nutthakorn Chalaemwongwan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 the CI/CD pipeline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monitoring &amp; alerting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safely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mgmt &amp; disclosure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Game: Break the Build (Red vs Blue)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course in one pipeline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(Wk2) · SCA + image scan (Wk12–13) · secret scanning (Wk2)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gates instead of one-off scans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 as the default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security gate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371600"/>
          </a:xfrm>
          <a:prstGeom prst="roundRect">
            <a:avLst>
              <a:gd name="adj" fmla="val 4000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.github/workflows/security-ci.yml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semgrep   # SAST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trivy     # SCA (fs) + IaC (config) — image scan is optional, off by default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gitleaks  # secrets + git history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each tool runs TWICE: once to report (SARIF, always), once to gate (fails the build)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862072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971800"/>
            <a:ext cx="7680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token: contents: read, security-events: write — don't hand the pipeline more than it needs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SARIF → GitHub Security tab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option — GitHub Advanced Security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CodeQL code scanning (SAST) on every PR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scanning + push protection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Dependabot for vulnerable deps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as a quality/SAST gate alongside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008376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008376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as the YAML gate — managed, in the repo.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Logging, monitoring, alerting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719072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A09:2025 — without logs you can't detect or respond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security events (authn, authz failures, anomalies)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log the secret/token value itself (CWE-532) — log reason=bad_token, not the token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suspicious patterns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tooling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NIDS — Snort / Suricata (network signatures)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HIDS — OSSEC (host-based)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/ stack — Security Onion bundles them + analysis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visibility: TAP (lossless) vs SPAN (cheap, can drop)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— the confusion matrix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Incident real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No incident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Alert fired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True positive ✅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False positive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No alert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False negative 💀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True negative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2770632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731520" y="2880360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= worst case (missed attack)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false positives are inevitable — tune, don't silence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9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something happens (NIST SP 800-86)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→ Examination → Analysis → Reporting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2075688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order of volatility: memory → temp files → disk → logs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Failed/success logins: Windows Event 4625 / 4624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9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safely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A10:2025 — mishandled errors leak info / fail open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closed: deny on error, don't bypass checks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expose stack traces / secrets in errors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management &amp; disclosure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by severity; track to remediation (SLAs)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disclosure &amp; bug bounties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security.txt; a path for researchers to report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🔴🔵 Game — Break the Build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Blue: build the gate (Semgrep + Trivy + Gitleaks), fail on HIGH/CRITICAL, add security logging that fails closed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Red: three gate-mapped attacks only — outdated dependency (Trivy SCA), a Dockerfile running as root (Trivy config), a hardcoded token (Gitleaks). chmod 777 and FROM:latest are decoys that stay green — not gate bypasses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Blue per catch, Red per successful bypass; then capture your personal flag from the fail-open /admin bypass in insecure_service.py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Worksheet 15 — labs/week15-devsecops-pipeline/worksheet.md (Part 3) · kickoff: push security-ci.yml → GitHub Actions; separately, docker compose up → :8090 (insecure) / :8091 (secure) for the flag task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587752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697480"/>
            <a:ext cx="768096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passing PR that adds the pipeline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build failing on each of the 3 Red-team categories (dependency, root Dockerfile, hardcoded token) — not just 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 FLAG{...} from the fail-open /admin bypass, submitted with this week's quiz Q6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the AI / EiPE / Prompt Problem (see worksheet)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security gates — humans forget, pipelines don't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defend what you don't log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closed; disclose responsibly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Capstone studio &amp; CTF warm-up</a:t>
            </a:r>
            <a:endParaRPr lang="en-US" sz="1800" dirty="0"/>
          </a:p>
        </p:txBody>
      </p:sp>
      <p:pic>
        <p:nvPicPr>
          <p:cNvPr id="4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15</dc:title>
  <dc:subject>PptxGenJS Presentation</dc:subject>
  <dc:creator>Nutthakorn Chalaemwongwan</dc:creator>
  <cp:lastModifiedBy>Nutthakorn Chalaemwongwan</cp:lastModifiedBy>
  <cp:revision>1</cp:revision>
  <dcterms:created xsi:type="dcterms:W3CDTF">2026-08-13T10:31:32Z</dcterms:created>
  <dcterms:modified xsi:type="dcterms:W3CDTF">2026-08-13T10:31:32Z</dcterms:modified>
</cp:coreProperties>
</file>