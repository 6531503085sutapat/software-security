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Proctor deck. Week 16 is the capstone studio — no new examinable content, don't imply it's in scope. Before start: confirm exam version (rotate from exams/item-bank.md final pool), time, open/closed-note, integrity (no AI/phones). Keep talk minimal once the clock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section split exactly as printed. All 15 graded items map into the Weeks 10–15 block — this is closer to cumulative-in-name-only than a 60/40 split, say so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BOLA/API is the one people under-revise — it's 20 of 100 points across three sections, not a single "spot the vuln" line. Show briefly; exam day — don't teach.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score-saver for the final: it rewards DESIGN reasoning (where the fix belongs), not just bug-spotting — and don't drop "API" from the mapping list, BOLA is graded. Say once, then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remind W19 = team CTF + graded demos; bring runnable project + SBOM/signed artifact/pipeline. Grade with exams/week18-…-answers.md.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69164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83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35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18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03504" y="22402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— Written Exam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· emphasis on Weeks 10–15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408176"/>
          </a:xfrm>
          <a:prstGeom prst="roundRect">
            <a:avLst>
              <a:gd name="adj" fmla="val 51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150 minutes · 100 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Cumulative, emphasis Weeks 10–15 (Week 16 capstone is not separately examined)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sections: A Modern-stack concepts (30) · B Spot the Vuln (20) · C Applied (30) · D Design &amp; DevSecOps (20)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18 · Final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assessed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2340864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security / BOLA — object-level authorization across A/B/C (20 pts total, not a single bullet's worth)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Supply-chain integrity (SLSA / SBOM / Cosign)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container misconfiguration (concrete examples, not IAM-specific)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agentic threat modeling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gate design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Memory-safety mitigations &amp; Secure-by-Design tradeoffs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18 · Final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30352" cy="530352"/>
          </a:xfrm>
          <a:prstGeom prst="ellipse">
            <a:avLst/>
          </a:prstGeom>
          <a:solidFill>
            <a:srgbClr val="E3520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21208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918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325880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435608"/>
            <a:ext cx="7680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design, not just single bugs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name the mitigation + where it belongs in the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finding to OWASP 2025 / API Security Top 10 / LLM Top 10 / CWE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800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Security · Week 18 · Final</a:t>
            </a:r>
            <a:endParaRPr lang="en-US" sz="900" dirty="0"/>
          </a:p>
        </p:txBody>
      </p:sp>
      <p:pic>
        <p:nvPicPr>
          <p:cNvPr id="8" name="Image 1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luck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35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19: capstone CTF tournament + project demos</a:t>
            </a:r>
            <a:endParaRPr lang="en-US" sz="1800" dirty="0"/>
          </a:p>
        </p:txBody>
      </p:sp>
      <p:pic>
        <p:nvPicPr>
          <p:cNvPr id="4" name="Image 0" descr="/Users/pop7/Library/CloudStorage/OneDrive-MonsterConnectCo.,Ltd/Lecture/KOSEN69 - software-security/slides/pptx/assets/logo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4700016"/>
            <a:ext cx="768096" cy="356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Security · Week 18 · Final</dc:title>
  <dc:subject>PptxGenJS Presentation</dc:subject>
  <dc:creator>Nutthakorn Chalaemwongwan</dc:creator>
  <cp:lastModifiedBy>Nutthakorn Chalaemwongwan</cp:lastModifiedBy>
  <cp:revision>1</cp:revision>
  <dcterms:created xsi:type="dcterms:W3CDTF">2026-08-13T10:31:32Z</dcterms:created>
  <dcterms:modified xsi:type="dcterms:W3CDTF">2026-08-13T10:31:32Z</dcterms:modified>
</cp:coreProperties>
</file>