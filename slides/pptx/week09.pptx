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BEFORE class: plant per-student flags (seed_flags.py + the flag-planting notes in exams/week09-…-answers.md), bring up the targets, open CTFd. Confirm everyone's VM/Docker works in the first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time (150 min) + that flags are per-student (copying is traceable via seed_flags.py verify). Submit via CTFd or the Form.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targets as the W7 mock, weighted unevenly — don't present these as equal-weight. DVWA appears in this week's own README but isn't deployed anywhere in ctf.md's target list — correct it here so no one hunts for a container that isn't running. Juice Shop is similar: ctf.md's Targets line used to list it as an "(or OWASP Juice Shop)" alternative for the XSS slot, but no flag was ever planted there (seed_flags.py / the answer key only seed this course's own apps) — so it wasn't actually part of the graded surface, and that line has been removed from ctf.md. If a student asks, week05's app is the only XSS target; Juice Shop earns no credit. Extra challenges available in exams/item-bank.md (CTF pool) if you rotate.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attack only provided targets; three separate required fields, not one combined note — the mitigation line is graded separately from the method. Then start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collect submissions; grade with the answer key + seed_flags.py verify for copied flags. Preview W10 (APIs).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— Hands-on CTF Practical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1–6 · Individual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Timed, in the sandbox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solved challenge = a flag =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credit for documented progress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areas — 100 pts, 7 challenges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Four categories: Injection (30 pts) from Week 4 — Boolean Bypass SQLi and Shell Out command injection, 15 each. Auth and Access Control (30 pts) from Week 6 — Not Your Order IDOR and Forge Ahead JWT forgery, 15 each. Cryptography (25 pts) from Week 3 — Crack It password cracking (15) and Penguin ECB oracle (10). XSS (15 pts) from Week 5 — Pop the Alert, stored only. Not against DVWA or Juice Shop — this course's own apps, the only targets a flag is actually planted on.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targets only — ethics policy applies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3 fields per challenge: flag/proof, payload/command, one-line mitigation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9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flags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10, API security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9 · Midterm</dc:title>
  <dc:subject>PptxGenJS Presentation</dc:subject>
  <dc:creator>Nutthakorn Chalaemwongwan</dc:creator>
  <cp:lastModifiedBy>Nutthakorn Chalaemwongwan</cp:lastModifiedBy>
  <cp:revision>1</cp:revision>
  <dcterms:created xsi:type="dcterms:W3CDTF">2026-08-13T18:53:11Z</dcterms:created>
  <dcterms:modified xsi:type="dcterms:W3CDTF">2026-08-13T18:53:11Z</dcterms:modified>
</cp:coreProperties>
</file>