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Before starting: confirm exam version (rotate from exams/item-bank.md each cohort), state time, closed/open-note rule, and integrity policy. Keep talking minimal once the clock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it aloud exactly as printed on the paper — don't paraphrase the section split. Section C is not a "spot the vuln" bonus, it's a full quarter of the exam: students write real payloads and the reasoning behind each one, across auth-bypass, cross-DB fingerprinting, and a schema dump — per the answer key, C is graded on payload+reasoning only, zero fix credit (the fix skill is Section D's job, 10 of its 20 pts). Don't tell them to write a fix for C, it wastes their exam time. No phones/AI.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C is the one people revise least and lose the most on — it's not covered by a generic "spot the vuln" bullet, it's 30 of 100 points of writing real payloads. Show this breakdown, then move on — exam day, not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biggest score-saver: for Section C specifically, a described payload ("I would inject a UNION") earns far less than the literal string. Say it once, then start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remind W9 is the hands-on CTF — VM/tools must be ready. Collect papers; grade with exams/week08-…-answers.md.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— Written Exam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120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book unless stated otherwise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pts, 4 sections: A Concepts (30) · B Spot the Vuln (20) · C Applied SQL Injection (30) · D Design (20)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assessed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Concepts (30): CIA triad, STRIDE modeling, SAST/DAST/SCA/fuzzing, hashing vs. encryption vs. encoding, trust boundaries, least privilege / fail closed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Spot the Vuln (20): find &amp; name the flaw + CWE in a code snippet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Applied SQL Injection (30): given a vulnerable endpoint, write the payload and the reasoning — auth bypass, cross-DB fingerprinting, schema/table dump. No fix credit here — that's Section D's job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Design (20): SQLi defenses (incl. the fix Section C doesn't grade); design a secure password-reset flow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 carefully before answering "spot the vuln"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Section C: write the actual payload, not a description of one — plus the one-line reasoning. No fix credit in C; don't spend exam time writing one there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fix, not just the bug, for B and 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finding to a CWE / OWASP category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8 · Midterm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hands-on CTF practical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8 · Midterm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