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energy as W7 — game, not lecture. Frame: consolidate the modern stack + a few first-half callbacks; zero surprises for the final.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Open with the cumulative review quiz (quiz2.md, 25 pts) per AGENDA, then the games.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 one student per row for the one-liner (retrieval). Week 16 gets its own row (this slide's own subtitle says "Weeks 10-16") but flag it as differently-assessed — quiz2.md doesn't examine it, the W19 demo does. Add 2–3 first-half callbacks (injection, auth) since the final is cumulative. ~10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run as W7 but whole-course. Seed questions from exams/item-bank.md (final pool). Weight the board toward DevSecOps and first-half callbacks, not more API questions — the mock CTF right after this covers API well; it has ZERO DevSecOps or Capstone coverage, and DevSecOps alone is 15 of the Wk18 written exam's 100 marks. Say this gap out loud to the room. Teams = Houses; Final-Jeopardy wager; points to the CTFd board. ~75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the "same format" framing head-on — this course's own lesson-plan notes exist specifically because instructors kept saying "same as the final" and it isn't. Also correct a second, easy-to-repeat mistake: don't say "W19 is 25% of the final grade" — the 25% is the combined W18+W19 average; W19 alone is roughly half that. And don't imply DevSecOps/Capstone show up in W19 either — neither ctf.md nor the mock ever tests them, they're W18-written-only. Run mock-ctf.md / CTF pool, incl. a binary (toolbox container) + LLM challenge. Budget: 150 min per AGENDA (quiz 30 + Jeopardy 75 + break 15 + mock 150 + debrief 30 = 300 total) — not 90, that's a 60-min undercount that will visibly break the room's pacing. ~150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the "same format" framing head-on — this course's own lesson-plan notes exist specifically because instructors kept saying "same as the final" and it isn't. Also correct a second, easy-to-repeat mistake: don't say "W19 is 25% of the final grade" — the 25% is the combined W18+W19 average; W19 alone is roughly half that. And don't imply DevSecOps/Capstone show up in W19 either — neither ctf.md nor the mock ever tests them, they're W18-written-only. Run mock-ctf.md / CTF pool, incl. a binary (toolbox container) + LLM challenge. Budget: 150 min per AGENDA (quiz 30 + Jeopardy 75 + break 15 + mock 150 + debrief 30 = 300 total) — not 90, that's a 60-min undercount that will visibly break the room's pacing. ~150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scope + logistics clearly — 10-15, not 10-16 (this was deliberately corrected in exam.md, don't reintroduce the old range here). W19's demo format changed too: pre-recorded + async grading, because the old live-demo format can't fit N≈80-120 students into a 90-min block. Remind teams the W19 demo is graded — bring a runnable project + the video.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checklist of what to bring to W19; confirm project repos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Pre-Final · Weeks 10–16 (+ callbacks)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Jeopardy: Champions Edition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final CTF (same team mechanic as Week 19 — not the same coverage, see below)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modern stack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Wk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Topic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One-line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API security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check ownership; bind intended fields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Memory safety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fuzz, exploit, go memory-safe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Supply chain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SBOM, SLSA, sign &amp; verify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Cloud/container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least privilege, no misconfig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AI/LLM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prompt injection; least-privilege tools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DevSecOps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automated gates; fail closed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Capstone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graded via the Wk 19 project demo, not a quiz question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Jeopardy: Champions Edition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Whole-course categories — modern stack + first-half callbacks: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API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Memory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Cloud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AI/LLM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DevSecOps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format as Week 19 — say so explicitly: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2212848"/>
          </a:xfrm>
          <a:prstGeom prst="roundRect">
            <a:avLst>
              <a:gd name="adj" fmla="val 3306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challenges here vs. 12 in W19; Web is 1 optional callback here vs. 5 separate W19 challenges (60/150 pts)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DevSecOps or Capstone challenge in either the mock or the W19 CTF (both stop at Week 14) — that content is examined on the Week 18 written paper instead (15/100 pts)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has hints, ungraded; W19 has none, and is graded as half of the "Final" bucket — W18 written + W19 CTF together are 25% of the course grade, not W19 alone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Team-based, leaderboard — the team mechanic and general flow ARE the same, just not the coverage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scope reminder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98448"/>
          </a:xfrm>
          <a:prstGeom prst="roundRect">
            <a:avLst>
              <a:gd name="adj" fmla="val 563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18 written: cumulative, emphasis on Weeks 10–15 (Week 16 capstone isn't separately examined)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19: capstone CTF tournament + final project demos (video walkthrough submitted before the session + a short live Q&amp;A — not a live demo slot)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project: threat model, SBOM, signed artifact, CI pipeline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17 · Review</dc:title>
  <dc:subject>PptxGenJS Presentation</dc:subject>
  <dc:creator>Nutthakorn Chalaemwongwan</dc:creator>
  <cp:lastModifiedBy>Nutthakorn Chalaemwongwan</cp:lastModifiedBy>
  <cp:revision>1</cp:revision>
  <dcterms:created xsi:type="dcterms:W3CDTF">2026-08-13T10:31:32Z</dcterms:created>
  <dcterms:modified xsi:type="dcterms:W3CDTF">2026-08-13T10:31:32Z</dcterms:modified>
</cp:coreProperties>
</file>