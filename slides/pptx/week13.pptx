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most cloud breaches aren't clever zero-days — they're a public S3 bucket or a `*:*` IAM policy. Today we hunt and fix those misconfigs.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Theme: the cloud is secure; your CONFIGURATION usually isn't. Lab = find + fix misconfigurations, each one a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 bridge. Misconfiguration jumped to A02 in 2025 — it's not a footnote, it's the second most critical web risk.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mental model students most misunderstand: AWS secures the hardware/hypervisor; YOU secure your buckets, IAM, security groups. Almost every headline cloud breach is the customer's config, not the provider.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— this `*:*` policy is the Misconfig Hunt round 1 and the quiz. If a credential with this leaks, the attacker owns everything. This is 100% manual review — Trivy's config scanner does not parse standalone IAM JSON at all, say so explicitly so students don't wait for a scanner to flag it. The sim scores Action and Resource independently, live, so "two findings, not one" is something they watch instead of a claim on a slide. Least privilege = smallest possible blast radius.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W2 (Gitleaks) and W12. A secret baked into an image layer is in every copy of that image forever — `docker history` reveals it. Fix = inject at runtime from a vault + rotate.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classic trio behind most breaches. `0.0.0.0/0` on a DB port = the internet can reach your database. Default creds = free entry. Principle: deny by default, open deliberately (echoes W6 access control).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Hands-on — this is the lab's insecure→hardened Dockerfile, always run dockerized (never a bare local trivy binary), against week13-hardened:lab (not a generic myapp:lab). The Trivy-blind-spot point is the actual lesson of this lab, not an aside — half the graded findings need a human, not a tool. Re-scan to prove improvement.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Hands-on — this is the lab's insecure→hardened Dockerfile, always run dockerized (never a bare local trivy binary), against week13-hardened:lab (not a generic myapp:lab). The Trivy-blind-spot point is the actual lesson of this lab, not an aside — half the graded findings need a human, not a tool. Re-scan to prove improvement.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Awareness only (K8s is its own course). Key takeaways: a privileged pod ≈ host root; mounted service-account tokens are a lateral-movement prize. Keep it brief.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lab's argument as one picture — walk it row by row once, landing on the Trivy split at the bottom: 3 rows have a rule ID to cite, 4 don't. That 3-of-7 (or "3 of 6" container-only, per the earlier slide) split is Task 1's actual grading rubric, not trivia.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lab: 9 flags total, two categories only — no separate bucket/storage flag, no IaC/localstack target exists in this lab. Find AND explain (why it's a finding, which fix applies) = the flag. Q6 of the quiz asks for one misconfig they explained + the principle it violated.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Before/after artifacts + the trivy delta prove the container-side fix; IAM has no scanner delta to show, it's reasoned/written. Don't let "trivy over Dockerfiles + IAM JSON" stand — that's the exact misconception this lab's own history already fixed once. AI-resilient tasks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Cold-call: "what does a `*:*` IAM policy cost you if the key leaks?" (everything — full blast radius). "Scan in CI" sets up W15.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Cliffhanger: "Next week — the newest attack surface: make an AI assistant ignore its rules and leak secrets, with nothing but text."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Container Security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Shared-responsibility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&amp; least privilege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Container/image hardening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Misconfig Hunt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framing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→ what you build with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→ where you run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A02:2025 Security Misconfiguration (now #2)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responsibility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secures of the cloud; you secure in the cloud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 — not provider bugs — causes most breaches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are rarely safe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&amp; least privilege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"Effect":"Allow", "Action":"*", "Resource":"*" }   // 🚩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1984248"/>
            <a:ext cx="8229600" cy="1810512"/>
          </a:xfrm>
          <a:prstGeom prst="roundRect">
            <a:avLst>
              <a:gd name="adj" fmla="val 404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093976"/>
            <a:ext cx="7680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Over-broad policies = blast radius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Resource:"*" → CWE-732 (incorrect permission assignment); Action:"*" → CWE-269 (improper privilege management) — they're graded as two distinct findings on the same policy, not 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scope to one bucket + one action, add a Condition (e.g. s3:prefix) — not just a narrower ARN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9593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/sim/iam-scope (interactive simulation, web only)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11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management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env vars / Dockerfile / git = leaked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secrets manager / vault; rotate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 (Gitleaks) — recall Week 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&amp; network exposure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buckets, open ports, default creds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at rest + in transit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default; explicit allow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image hardening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932688"/>
          </a:xfrm>
          <a:prstGeom prst="roundRect">
            <a:avLst>
              <a:gd name="adj" fmla="val 588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-v "$PWD:/src" aquasec/trivy config /src                    # misconfig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-v /var/run/docker.sock:/var/run/docker.sock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aquasec/trivy image week13-hardened:lab                              # image CVEs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423160"/>
            <a:ext cx="8229600" cy="1810512"/>
          </a:xfrm>
          <a:prstGeom prst="roundRect">
            <a:avLst>
              <a:gd name="adj" fmla="val 404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532888"/>
            <a:ext cx="7680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build: python:3.11-slim@sha256:... (compiles) → distroless gcr.io/distroless/python3-debian12@sha256:... (runs) — a smaller runtime image with no shell/package manager, USER 65532:65532 (non-root)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@sha256:... digest pins, not just a version tag — a tag can be repointed later, a digest can't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Re-scan to prove reduced findings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image hardening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only catches 3 of 6 planted defects (:latest, root user, secret-in-ENV) — COPY . ., chmod -R 777, and unpinned pip install need manual review, no rule fires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basics (awareness)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security, network policies, RBAC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run privileged; limit service-account tokens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app, shipped twice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diagram: The same app as two container images side by side, insecure vs hardened, six layers compared: mutable :latest tag vs a pinned digest, a baked-in secret vs runtime injection, root user vs distroless non-root, COPY-everything vs a minimal context, world-writable permissions vs read-only, and an unpinned pip install vs a discarded build stage. Below both, the same argument one layer up: the wildcard IAM policy vs the scoped one. The conclusion: Trivy flags only three of the seven defects shown here — the tag, the root user, and the secret. COPY .., chmod 777, the unpinned install, and the IAM JSON all need manual review; there is no rule for any of them. (web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Game — Misconfig Hunt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flags — each misconfiguration found + explained = a flag: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196596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(6): :latest tag, root user, secret-in-ENV, COPY . ., chmod -R 777, unpinned pip install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26974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26974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(3): Resource:"*" (CWE-732), Action:"*" (CWE-269), missing Condition scoping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13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13 — labs/week13-cloud-container/worksheet.md (Parts 1–4) · kickoff: bash scan.sh (trivy config over the Dockerfiles only — IAM JSON is manual review, Trivy doesn't parse it)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587752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697480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IAM policy + Dockerfile, all 9 flags explained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reports showing reduced risk (container half only)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secrets remediation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 &gt; zero-days as a breach cause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private-by-default, no secrets in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IaC and images in CI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AI / LLM application security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13</dc:title>
  <dc:subject>PptxGenJS Presentation</dc:subject>
  <dc:creator>Nutthakorn Chalaemwongwan</dc:creator>
  <cp:lastModifiedBy>Nutthakorn Chalaemwongwan</cp:lastModifiedBy>
  <cp:revision>1</cp:revision>
  <dcterms:created xsi:type="dcterms:W3CDTF">2026-08-13T18:38:55Z</dcterms:created>
  <dcterms:modified xsi:type="dcterms:W3CDTF">2026-08-13T18:38:55Z</dcterms:modified>
</cp:coreProperties>
</file>