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finale — make it celebratory + high-energy. Before class: plant per-student/team flags, bring up all targets + CTFd, set the demo schedule. Confirm projects run.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Time-box the 240-min block: CTF tournament first (energy), then graded demos. Tell teams their demo slot up front.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from ctf.md (graded, 12 challenges/150 pts) + exams/item-bank.md (CTF pool, incl. the boss chain). CTFd's live board runs more challenges at different point values for engagement/leaderboard — that scoreboard is NOT the grade; ctf.md's submission is. Dynamic scoring + first-blood bonus on CTFd; announce first-bloods aloud for hype. Prizes for top Houses.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change (2026-07-26): with N≈80–120 students in teams of 2–3, a 10-min-demo+5-min-Q&amp;A live format needs far more than the 90 minutes this block has — it cannot physically run. Video is graded beforehand on the project rubric (project/README.md) + peer-contribution multiplier; the live slot is a short viva-style Q&amp;A only, to confirm the work is theirs — not a re-demo.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— anything missing costs rubric points. Confirm the CI pipeline actually fails on a finding (don't take their word; have them show it in the video).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term: name the arc (threat-model → break → fix → ship). Point to next steps (OWASP, CTFs, the readings). For the research: post-test + post-survey happen now (per the study timeline). Celebrate.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19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— Capstone CTF + Project Demos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finale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Capstone CTF tournament — whole-term, team-based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1801368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18013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Final project demos — graded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12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CTF tournament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609344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API · supply chain · cloud · memory safety · LLM/agentic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leaderboard, prizes — the live CTFd board (bigger, includes bonus/boss challenges)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score comes from the paper trail: flag/proof + payload + one-line mitigation per challenge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Final project demo (graded)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secured build end-to-end: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8229600" cy="2029968"/>
          </a:xfrm>
          <a:prstGeom prst="roundRect">
            <a:avLst>
              <a:gd name="adj" fmla="val 360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075688"/>
            <a:ext cx="7680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→ vulnerabilities → remediation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+ signed artifact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CI/CD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recorded video walkthrough before the session — graded asynchronously on the rubric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 live Q&amp;A per team on the day (not a live demo slot)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9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walkthrough submitted before the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+ vuln report (CWE/OWASP mapped)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code, SBOM, signed artifact, CI pipeline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19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threat-model, break, fix, and ship secure software.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19 · Final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