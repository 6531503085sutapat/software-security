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type one quote mark into a login box and become admin — promise that demo. Injection is the oldest trick that still works. Today they exploit it, then fix it for real.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Tell them the one big idea (data becomes code) unifies SQLi, command injection, and even XSS next week. Lab = exploit DVWA/Juice Shop then patch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Last week we protected data at rest; today the attacker sends malicious data IN. Cold-call: "how should we store passwords?" to check W3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mental model for the whole week — say it twice. Every injection is the same shape: an interpreter can't tell your data from its own instructions. Ask the class to name interpreters in a typical app (DB, shell, template).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string-concatenation on the board: show how the quote in the input lands inside the SQL string and breaks out. This app is SQLite via Python's sqlite3 module — no stacked queries, no blind SQLi task this week (that's UNION-based, direct-output only). Don't promise a DROP TABLE demo works here; it doesn't.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slow down here. Decompose the payload token by token; this is exactly the SQLi Boss Fight's auth-bypass hit. A common wrong instinct is to add `OR 1=1` and a `LIMIT` clause copied from a MySQL tutorial — walk through why neither is needed against this SQLite app, and why the bare `'--` is what the worksheet actually uses.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slow down here. Decompose the payload token by token; this is exactly the SQLi Boss Fight's auth-bypass hit. A common wrong instinct is to add `OR 1=1` and a `LIMIT` clause copied from a MySQL tutorial — walk through why neither is needed against this SQLite app, and why the bare `'--` is what the worksheet actually uses.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real — these are careers ended and companies fined. Equifax = a single unpatched input parser. Tie back: every breach here started as "untrusted data interpreted as code".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principle that recurs all term. Block-lists always lose (attackers invent new payloads); allow-lists define what's acceptable. Emphasize: validation is defense-in-depth, NOT the primary SQLi fix (that's parameterization — next).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injection isn't just login boxes — any input reaching an interpreter. Note verbose DB errors are a gift to attackers (schema leakage). Be clear Burp/sqlmap are industry-awareness, not something this week's worksheet has them install — every task here is a plain URL/curl payload.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pattern, deadlier outcome (RCE = own the server, not just the DB). Walk the metacharacters: `;` chains a second command. Ask: "what does `8.8.8.8; cat /etc/passwd` run?"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to W1's /upload threat model. Be precise: this app does NOT give you a working webshell today — Task 4 is a documentation exercise ("what's missing, and why does that stop RCE?"), not a live exploit. Don't imply students will pop a shell; they'll reason about the one control standing between this bug and that outcome.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to W1's /upload threat model. Be precise: this app does NOT give you a working webshell today — Task 4 is a documentation exercise ("what's missing, and why does that stop RCE?"), not a live exploit. Don't imply students will pop a shell; they'll reason about the one control standing between this bug and that outcome.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map every lab finding to a CWE id — these three are what this week's worksheet actually grades. CWE-434 is a quarter of the exploitation score; don't drop it from this list.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 message: parameterization makes data STAY data — the DB never parses it as SQL. For shells, pass an argv array, not a string. Least-privilege limits blast radius if they still get in.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this is NOT a tiered WAF-bypass ladder — it's 4 fixed attacks against app.py, then proving solution_app.py blocks all 4 ("boss defeated" = Task 5). No filter exists in the vulnerable app to bypass; don't set that expectation. DVWA/Juice Shop remain available as optional secondary targets, not the graded game.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this is NOT a tiered WAF-bypass ladder — it's 4 fixed attacks against app.py, then proving solution_app.py blocks all 4 ("boss defeated" = Task 5). No filter exists in the vulnerable app to bypass; don't set that expectation. DVWA/Juice Shop remain available as optional secondary targets, not the graded game.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Circulate with TAs. Remind: step 4 (rewrite + prove the payload now fails) is graded, not just the exploit. Also kick off the NoteVault project injection task (worksheet).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Circulate with TAs. Remind: step 4 (rewrite + prove the payload now fails) is graded, not just the exploit. Also kick off the NoteVault project injection task (worksheet).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before AND after code + proof. The AI-resilient tasks are part of the grade. Q6 of this week's quiz asks for their own payload — confirm the current worksheet's exact wording before promising a "personal flag" on stage; check with the team if that's still accurate.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 lines. Cold-call: "what's the ONE fix for SQLi?" (parameterized queries).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the same trick runs in the victim's browser — and skims credit cards." Remind DVWA/Juice Shop ready in their 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&amp; Input Handling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injection is still #1-class of bug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injection pattern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— hands-on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parameterized queries +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SQLi Boss Fight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3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failures: ECB, weak hashes, hardcoded keys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≠ encryption ≠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(bcrypt/argon2) + authenticated encryption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injection pattern (one idea)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data gets interpreted as code/commands.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input crosses a trust boundary into an interpreter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OS shell, LDAP, XPath, template engines, NoSQL…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 — how it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vulnerable (this week's app.py, SQLite)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"SELECT * FROM users WHERE username = '" + input + "'"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03704"/>
            <a:ext cx="8229600" cy="1609344"/>
          </a:xfrm>
          <a:prstGeom prst="roundRect">
            <a:avLst>
              <a:gd name="adj" fmla="val 454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13432"/>
            <a:ext cx="7680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 OR '1'='1 →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UNION-based → read other tables in one shot (today's lab)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queries ('; DROP TABLE users; --) are the textbook example, but don't assume they work everywhere — Python's sqlite3 refuses multiple statements in one execute() call; this week's target raises an error instead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bypass — anatomy of one payload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into the username field: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493776"/>
          </a:xfrm>
          <a:prstGeom prst="roundRect">
            <a:avLst>
              <a:gd name="adj" fmla="val 11111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alice'--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24328"/>
            <a:ext cx="8229600" cy="493776"/>
          </a:xfrm>
          <a:prstGeom prst="roundRect">
            <a:avLst>
              <a:gd name="adj" fmla="val 11111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69748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users WHERE username = 'alice'--' AND password = '...';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328269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339242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 closes the string literal you're injected into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 comments out everything after it, including the password check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bypass — anatomy of one payload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trailing space, no LIMIT trick needed — this app is SQLite via fetchone(), not a MySQL row-count gate; don't carry over MySQL-specific folklore ("needs a space after --") — that's a different engine's quirk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impact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719072"/>
          </a:xfrm>
          <a:prstGeom prst="roundRect">
            <a:avLst>
              <a:gd name="adj" fmla="val 425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Equifax (2017): unvalidated HTTP header → Struts RCE (CVE-2017-5638); 147M people, ~$700M settlement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Heartland (2008): SQLi into payment systems → 130M+ cards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Bulgaria: data on almost all adults leaked via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data leak/modification, full DB control, DoS, reputation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Validate: allow-list, not block-list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(preferred): accept only known-good (e.g. 0–9 for a phone)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Block-list: ban known-bad → bypassed by new payloads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type · length · range · format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for UX, server-side for security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/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forms, search boxes, URL params, JSON fields, headers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messages leak schema → enumeration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lab: raw payloads via browser/curl against app.py — no scanner needed to see the mechanism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Burp Suite / sqlmap are real-world tools worth knowing (sandbox-only, ethically) — not required for this week's tasks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injection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system("ping -c 1 " . $_GET['host']);   //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host = 8.8.8.8; cat /etc/passwd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03704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13432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metacharacters: ; | &amp; $() \ &gt;`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to RCE — full server compromise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→ RCE (a classic chain)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chain, attacker uploads shell.php: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493776"/>
          </a:xfrm>
          <a:prstGeom prst="roundRect">
            <a:avLst>
              <a:gd name="adj" fmla="val 11111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&lt;?php system($_GET['cmd']); ?&gt;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24328"/>
            <a:ext cx="8229600" cy="1901952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734056"/>
            <a:ext cx="7680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upload dir is web-served and PHP-executable: .../uploads/shell.php?cmd=ls%20-l → RCE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lab stops one step earlier: CWE-434 unrestricted upload — the app accepts any file type/extension, but the upload directory is not served or executed. Your task: explain which missing control would complete the chain (type check, extension allow-list, storage outside web root, no-exec) — not demonstrate a live shell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→ RCE (a classic chain)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930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validate file type via mime_content_type(), allow-list extensions, store uploads outside web root, no execute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408176"/>
          </a:xfrm>
          <a:prstGeom prst="roundRect">
            <a:avLst>
              <a:gd name="adj" fmla="val 519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CWE-89 — SQL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CWE-78 — OS command injection (CWE-77 is its general parent — cite CWE-78, the specific one)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CWE-434 — unrestricted upload of a dangerous file type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 that actually work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/ prepared statements (the fix for SQLi)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with bound parameters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input validation (type, length, format)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shells: use exec APIs with arg arrays, not string concat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DB accounts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Game — SQLi Boss Fight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hits against this week's own app — no filters to bypass, the app has none: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bypass (alice'--)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41448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44144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dump (steal all credentials)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91693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916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291693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injection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33924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51560" y="339242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Unrestricted upload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Game — SQLi Boss Fight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defeated: run solution_app.py, prove all four attacks now fail, cite the exact fix line for each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4 — labs/week04-injection/worksheet.md (Part 3) · kickoff: docker compose up → http://localhost:8080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493776"/>
          </a:xfrm>
          <a:prstGeom prst="roundRect">
            <a:avLst>
              <a:gd name="adj" fmla="val 11111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38658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-p 80:80 vulnerables/web-dvwa   # optional extra target (or Juice Shop)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02920" y="297180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97180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injectable parameter, bypass auth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3447288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34472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data (UNION dump)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392277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51560" y="392277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command injection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the upload endpoint — document the missing control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801368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80136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endpoints safely &amp; re-test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each injection point + payload + impact (CWE-mapped)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code (prepared statements / validation)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payload no longer works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build interpreter strings from untrusted input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 first; validate as defense-in-depth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treated as code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XSS &amp; client-side risks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4</dc:title>
  <dc:subject>PptxGenJS Presentation</dc:subject>
  <dc:creator>Nutthakorn Chalaemwongwan</dc:creator>
  <cp:lastModifiedBy>Nutthakorn Chalaemwongwan</cp:lastModifiedBy>
  <cp:revision>1</cp:revision>
  <dcterms:created xsi:type="dcterms:W3CDTF">2026-08-13T10:31:32Z</dcterms:created>
  <dcterms:modified xsi:type="dcterms:W3CDTF">2026-08-13T10:31:32Z</dcterms:modified>
</cp:coreProperties>
</file>