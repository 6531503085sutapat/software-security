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paste an MD5 hash on screen and crack it live in seconds with a wordlist — "this is why how you store passwords matters." Today is about using crypto correctly; most failures are misuse, not broken math.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Lab: crack weak hashes + break an ECB oracle, then remediate. Theme: "don't roll your own crypto; misuse vetted primitives correctly."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a SAST tool flags MD5 (W2) — today we understand WHY it's wrong and what to do instead.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source of crypto bugs is conceptual confusion. Demo: base64-decode a string live to show encoding gives no protection. Ask: "is hashing reversible?" (no) "is Base64?" (yes, trivially).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intuitive: symmetric = one shared password (fast, but key distribution problem); asymmetric = padlock anyone can close, only you open. TLS = best of both.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real-world crypto failure. Why slow + salted: slow defeats brute force, salt defeats rainbow tables and makes identical passwords hash differently. Tie to the hook (cracked MD5).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that makes ECB "click". Walk the block mapping: identical plaintext → identical ciphertext, so structure leaks. Point at the aes-modes sim (Task 1) instead of an image — it has both an ECB-penguin-style panel AND a live CBC-malleability demo (flip a ciphertext bit, watch the plaintext bit flip). Don't stop at "ECB bad, GCM good" — CBC's lack of integrity is the middle step that makes AEAD's *value* click. This is exactly the ECB oracle they break in the lab.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attack: the attacker doesn't "reverse" the hash — they hash guesses and compare. Fast+unsalted = cheap; salted+slow = expensive. This is the lab's round 1.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checklist of what to look for / avoid. Each maps to a CWE they'll cite. Note: "no integrity" = attacker can flip ciphertext bits undetected → that's why AEAD (GCM) matters.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"right answers" slide — students should leave able to pick the correct primitive. Emphasize: use vetted libraries, don't invent.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reference; they map lab findings to these.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rounds before lab. Round 1 = instant-feedback fun. Round 3 is NOT just "run the pre-fixed code and verify" — be precise that the rehash-on-login migration and the GCM decrypt/tamper-check are the parts students actually write; the rest of the fixed script is handed to them already implemented. Leaderboard on round 1.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"how should we store passwords, and why salted+slow?"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type one quote mark and log in as admin." Remind: hashcat + wordlist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Used Correctly (and Misused)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vs encryption vs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done 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/ asymmetric basics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crypto failures (A04:2025)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Game: Capture the Hash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2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find bug patterns; today we study one bug class deeply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misuse is subtle: code "works" but isn't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people confuse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one-way, fixed-size digest (integrity, passwords)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— reversible with a key (confidentiality)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— reversible without a key (Base64 ≠ security!)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vs asymmetric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(AES, ChaCha20) — one shared key,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(RSA, ECC) — public/private key pair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uses asymmetric to exchange a symmetric session 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 or plain hashes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slow, salted KDF, in order of preference: argon2id → scrypt (if argon2id unavailable) → bcrypt (legacy systems only) → PBKDF2 (FIPS-140 compliance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per-user and random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71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argon2 import PasswordHasher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PasswordHasher(); hash = ph.hash("correct horse battery staple")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why ECB leaks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blocks:   [AAAA][AAAA][BBBB][AAAA]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AES-ECB ciphertext: [ X  ][ X  ][ Y  ][ X  ]   ← same block → same cipher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2121408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encrypts each block independently → patterns survive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"ECB penguin": the image is still recognizable encrypted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isn't the fix either — no integrity check means an attacker can flip bits in the ciphertext and the corresponding plaintext bits flip predictably (try it in the aes-modes sim: flip a bit in a sess=...;admin=0;... token)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authenticated mode (AES-GCM) with a random nonce — confidentiality and integrity together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Hash — how cracking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strip comments, then crack unsalted MD5 with a wordlist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0 hashes.txt rockyou.txt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Unsalted fast hash → attacker hashes wordlist once, matches millions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would force per-guess work; a slow KDF makes it infeasible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crypto failures (A04:2025)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 → block patterns leak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keys / keys in source (CWE-798)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RNG (random instead of secrets/CSPRNG) (CWE-330)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for security; unauthenticated encryption (no integrity)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instead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encryption: AES-GCM or ChaCha20-Poly1305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from a secrets manager / KMS — never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CSPRNG: secrets (Python), crypto.randomBytes (Node)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SHA-256+ for integrity; argon2id/bcrypt for passwords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CWE-327 — broken/risky crypto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CWE-916 — weak password hash (no/weak KDF)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CWE-330 — insufficiently random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CWE-798 — hardcoded 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Game — Capture the Hash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(speedrun): crack unsalted/MD5 hashes — fastest team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exploit an ECB oracle (identical blocks)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(defend): run the fixed version (argon2id + AES-GCM + keys from env) and confirm it holds — then author two pieces yourself: migrate a legacy MD5 record to argon2id on next login, and write the decrypt+tamper-check the fixed version doesn't include for you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3 — labs/week03-cryptography/worksheet.md (Part 3) · kickoff: docker compose up (runs the crypto scripts)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hashes + method · ECB-leak proof · predictable-token note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code (misuse → fix → CWE closed) — incl. your rehash-on-login migration + GCM decrypt/tamper-check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read a real cert's issuer/subject/validity + negotiated protocol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NoteVault's own MD5 hashes for the term-project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needs your whoami + student ID + timestamp in-frame — this lab's raw output is identical for the whole cohort by design, so unstamped evidence isn't gradable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≠ encryption; hashing isn't reversible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+ authenticated encryption — never roll your 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&amp; key handling matter as much as the algorithm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Injection &amp; input handling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3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