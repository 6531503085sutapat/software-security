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change /orders/1 to /2 and read a stranger's data — promise that demo. The #1 web risk in 2025 is Broken Access Control, and it's mostly missing one check.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This is the last teaching week before review/midterm — flag that. Lab = exploit IDOR + forge a JWT, then implement RBAC + proper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 bridge. XSS could steal a session token; today: what IS that token, and how do we stop theft + misuse? Theme of the week: enforce on the server, every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distinction students most often blur — make them repeat it. Authn = identity; authz = permission. A01 is #1 in OWASP 2025 precisely because authz checks get forgotten. Ask for an example of each failing.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cookie flags to W5: HttpOnly stops XSS theft, SameSite stops CSRF, Secure forces HTTPS. Be upfront that this lab doesn't touch cookies — don't let students expect a cookie-based task today. Explain session fixation briefly (attacker sets the id before login) as general knowledge.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Decode a JWT live (jwt.io) to show the payload is just base64 — NOT encrypted. The `alg:none` attack is the JWT Forgery game: server trusts the header's claimed algorithm. Emphasize: never put secrets in the payload. ~7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high-level (full OAuth is its own course). Key idea: "Login with Google" = delegation, you never give the app your Google password. The `state` parameter prevents CSRF on the callback.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this is the IDOR Treasure Hunt. The server authenticated you but never checked the object BELONGS to you. Horizontal = peer data; vertical = privilege escalation.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taxonomy — general knowledge. Today's lab does NOT implement RBAC/ABAC: the actual fix is a flat ownership check (`order["owner"] != user`), no roles or permissions structure at all. Don't tell students they'll build RBAC today; they won't. Stress the three best-practice principles — especially implicit deny (default to no access).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interactively — give 2 minutes, then poll answers. (1) QA only. (2) add JIRA-write, narrowly (least privilege, not a full role bump). (3) Developer (write Git); discuss whether QA's staging deploy counts.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interactively — give 2 minutes, then poll answers. (1) QA only. (2) add JIRA-write, narrowly (least privilege, not a full role bump). (3) Developer (write Git); discuss whether QA's staging deploy counts.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W4 (SQLi auth bypass + upload→RCE) into incident response. Walk the three lines as a story: get in → plant webshell → run commands. Teach URL-decoding (%20=space). Defenders read logs; attackers leave them.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for the worksheet — these three are what's actually graded (worksheet header + Q1). CWE-321 is easy to drop since it's not the "obvious" JWT CWE, but it's the weak-secret task's specific id.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payoff. #1: authorize EVERY request, deny by default. "Check ownership, not just authentication" is the IDOR fix in one line. Centralize so you can't forget a check on one endpoint.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— they'll use Repeater to tweak object ids and Intruder to enumerate. Demo: intercept, change orders/1→2, forward, see another user's data. Set scope first so you don't attack out-of-bounds.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lab. Treasure hunt = enumerate ids for per-student flags — it's horizontal privilege escalation (become another regular user), not vertical (become admin); /api/admin exists in the code but no graded task ever targets it, don't imply it does. Defend is read-and-cite against a pre-written fix, not student-authored RBAC — nothing here is role-based.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Logistics. Steps 3-4 (verify the defense + cite the fix) graded — no student-authored fix code in this lab, the fix is handed to them already written. Q6 of the quiz asks for the object id they used + the fix + their personal flag. Also the NoteVault project access-control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Before/after + proof — "citation," not "you wrote a fix": the correct app is provided pre-written. AI-resilient tasks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Cold-call: "we authenticated the user — why can they still read another user's order?" (no ownership/authz check).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the teaching block: "Next week we consolidate W1-6 — Jeopardy + a mock CTF in the exact midterm format. Bring your cheat-sheet of CWEs." Remind cumulative review quiz in W7.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Authentication, Sessions &amp; Access Control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vs authz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&amp; JWT pitfalls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OIDC at a glance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&amp; broken access control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IDOR Treasure Hunt + JWT Forgery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— Week 5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steals sessions → today we manage them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trust is limited — enforce on the server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 vs Authz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who are you? (login, MFA)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— what are you allowed to do?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breaches today are authz failures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A01 Broken Access Control, A07 Authentication Failures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121408"/>
          </a:xfrm>
          <a:prstGeom prst="roundRect">
            <a:avLst>
              <a:gd name="adj" fmla="val 344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issues a session token after login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pattern: stored in a cookie (HttpOnly, Secure, SameSite)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Risks: fixation, predictable IDs, no expiry, no logout invalidation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lab is 100% JWT bearer-token — no cookies at all. Of these four risks, only "no expiry" is what you'll actually exercise (the fix adds a 15-min exp claim); fixation/predictable-ID/logout-invalidation are cookie-session concepts, general knowledge, not tested here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pitfalls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header.payload.signature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984248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093976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alg: none accepted → forge any token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Weak/guessable HMAC secret → re-sign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checking exp / aud / signature at all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in payload (it's only base64!)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OAuth2 / OIDC (high level)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access via tokens — don't share passwords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adds identity (ID token) on top of OAuth2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bugs: open redirect, missing state, token leakage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IDOR &amp; broken access control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/api/orders/1   → your order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/api/orders/2   → someone else's  😱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03704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313432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reference with no ownership check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(become admin) vs horizontal (other users)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models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— Mandatory: system-enforced labels (military)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— Discretionary: owner grants access (file perms)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Role-Based: permissions via roles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RuBAC — Rule-Based: conditions (time of day, IP)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008376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008376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practices: separation of duties · least privilege · implicit deny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— RBAC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Role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Permissions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Developer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Read/write Git, JIRA, run unit tests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QA Engineer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Read Git, write test reports, JIRA, deploy to staging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Project Manager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Read Git, JIRA, view dashboard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Intern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Read Git, run unit tests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3611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7" name="Text 3"/>
          <p:cNvSpPr/>
          <p:nvPr/>
        </p:nvSpPr>
        <p:spPr>
          <a:xfrm>
            <a:off x="5029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51560" y="36118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deploy to staging?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— RBAC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 must create bug entries — which role's perms to add?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180136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180136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roles that can modify the codebase.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2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attack in the logs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the kill chain from Apache logs: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932688"/>
          </a:xfrm>
          <a:prstGeom prst="roundRect">
            <a:avLst>
              <a:gd name="adj" fmla="val 588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039112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/login.php?username=' or 1=1 limit 1; -- a&amp;...   302   ← SQLi admin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/upload.php                                     200   ← backdoor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/uploads/backdoor.php?cmd=ls%20-l                200   ← RCE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31729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%20 = space (URL-decode!) · logs let you trace what happened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1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 mapping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CWE-639 — IDOR / missing ownership check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CWE-347 — improper signature verification (alg:none forgery)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CWE-321 — use of a hardcoded/weak cryptographic key (the guessable HMAC secret)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139696"/>
          </a:xfrm>
          <a:prstGeom prst="roundRect">
            <a:avLst>
              <a:gd name="adj" fmla="val 34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authorization on every request (deny by default)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ownership, not just authentication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session tokens + proper expiry/rotation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JWT signature, alg, exp, aud; keep secrets strong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/ ABAC enforced centrally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the check — don't scatter if role==... everywhere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— Burp Suite workflow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Tool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Use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Proxy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intercept &amp; modify requests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Repeater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replay/tweak one request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Intruder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automate brute-force/fuzz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Decoder/Comparer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encode payloads / diff responses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61188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31520" y="372160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scope, intercept, change a value (e.g. price=1), forward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auth, sessions, IDOR, privilege escalation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Game — IDOR Treasure Hunt + JWT Forgery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object IDs to reach another user's data (horizontal — become "bob," not admin) → each secret = a flag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20574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 weak JWT two ways: alg:none, then crack the hardcoded HMAC secret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253288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51560" y="253288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Defend: switch to solution_app.py (already fixed), prove it blocks all three attacks (403 + two 401s), cite the exact fix line for each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5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steps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6 — labs/week06-authn-authz/worksheet.md (Part 3) · kickoff: docker compose up → http://localhost:8080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313432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231343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IDOR endpoints; enumerate other users' objects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" y="278892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51560" y="278892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Crack/forge a weak JWT (alg:none AND the weak HMAC secret — two separate graded attacks)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02920" y="352044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35204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solution_app.py; re-test: access denied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02920" y="399592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51560" y="399592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the exact line that fixes each of the three attacks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2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+ JWT findings with impact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of the fix lines in solution_app.py for all three attacks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the forged token / cross-user access now fails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once, authorize every request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client-supplied IDs or tokens blindly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by default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Reflection &amp; review (midterm prep)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6</dc:title>
  <dc:subject>PptxGenJS Presentation</dc:subject>
  <dc:creator>Nutthakorn Chalaemwongwan</dc:creator>
  <cp:lastModifiedBy>Nutthakorn Chalaemwongwan</cp:lastModifiedBy>
  <cp:revision>1</cp:revision>
  <dcterms:created xsi:type="dcterms:W3CDTF">2026-08-13T10:31:32Z</dcterms:created>
  <dcterms:modified xsi:type="dcterms:W3CDTF">2026-08-13T10:31:32Z</dcterms:modified>
</cp:coreProperties>
</file>